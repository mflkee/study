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Lpanng3TPiWYmZnmzowptX9bo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" name="Google Shape;26;p4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" name="Google Shape;28;p4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5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5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ru-RU"/>
              <a:t>Лабораторные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GitHub</a:t>
            </a:r>
            <a:endParaRPr/>
          </a:p>
        </p:txBody>
      </p:sp>
      <p:sp>
        <p:nvSpPr>
          <p:cNvPr id="77" name="Google Shape;7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При выполнении этапов разработки связанных с программированием, - вести разработку применяя систему контроля версий git.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Создать репозитории на GitHub.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Требований к веткам не предъявляется.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Лабораторная 1</a:t>
            </a:r>
            <a:endParaRPr/>
          </a:p>
        </p:txBody>
      </p:sp>
      <p:sp>
        <p:nvSpPr>
          <p:cNvPr id="83" name="Google Shape;8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ru-RU" sz="3600"/>
              <a:t>Определение прецедентов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На основе полученного описания предметной области, определить функциональные требования в виде диаграммы прецедентов, </a:t>
            </a:r>
            <a:r>
              <a:rPr b="1" lang="ru-RU"/>
              <a:t>со спецификацией</a:t>
            </a:r>
            <a:r>
              <a:rPr lang="ru-RU"/>
              <a:t>, спецификация должна содержать: описание, основного исполнителя, основной сценарии, альтернативные сценарии, при необходимости постусловия и предусловия.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Лабораторная 2</a:t>
            </a:r>
            <a:endParaRPr/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ru-RU" sz="3600"/>
              <a:t>Создание модели предметной области</a:t>
            </a:r>
            <a:endParaRPr b="1" sz="3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Описать модель предметной области в виде диаграммы классов.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Лабораторная 3</a:t>
            </a:r>
            <a:endParaRPr/>
          </a:p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ru-RU" sz="3600"/>
              <a:t>Создание системных диаграмм последовательностей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С помощью диаграммы последовательностей описать потоки сообщений между действующими лицами и системой.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Диаграмма последовательность создаётся для основного сценария, и для наиболее существенных альтернативных сценариев.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/>
              <a:t>Выполнить описания операций – спецификацию диаграммы</a:t>
            </a:r>
            <a:r>
              <a:rPr lang="ru-RU"/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Лабораторная 4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ru-RU" sz="3600"/>
              <a:t>Создание диаграмм последовательностей</a:t>
            </a:r>
            <a:endParaRPr b="1" sz="3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С помощью диаграмм отобразить взаимодействие объектов в системе.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ru-RU"/>
              <a:t>Диаграмма создаётся для каждой системной функции всех диаграмм последовательностей, из предыдущей лабораторной</a:t>
            </a:r>
            <a:r>
              <a:rPr lang="ru-RU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Лабораторная 5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ru-RU" sz="3600"/>
              <a:t>Создание диаграмм классов проектирования</a:t>
            </a:r>
            <a:endParaRPr b="1" sz="3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Диаграмма классов не должна быть привязана к конкретному языку реализации.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Диаграмма классов должна быть согласована с диаграммами коммуникаций.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Лабораторная 6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ru-RU" sz="3600"/>
              <a:t>Реализовать программное обеспечение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Программа должна соответствовать модели проектирования.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Не забывайте про git.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2020-08-17T08:18:56Z</dcterms:created>
  <dc:creator>Иван</dc:creator>
</cp:coreProperties>
</file>